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erriweather" panose="00000500000000000000" pitchFamily="2" charset="-94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Mono" panose="00000009000000000000" pitchFamily="49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a5085f1cd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a5085f1cd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a5085f1cd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a5085f1cd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5a5085f1cd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5a5085f1cd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a5085f1cd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a5085f1cd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a5085f1cd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a5085f1cd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a5085f1cd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a5085f1cd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5085f1cd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a5085f1cd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a5085f1cd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a5085f1cd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a5085f1cd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a5085f1cd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a5085f1cd_1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a5085f1cd_1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Futbol Takımı Yönetim Sistemi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tr" sz="1380" b="1" u="sng"/>
              <a:t>Hazırlayanlar</a:t>
            </a:r>
            <a:endParaRPr sz="1380" b="1" u="sng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sz="1380" b="1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tr" sz="1380" b="1"/>
              <a:t>Ramazan KANAT 23181616003</a:t>
            </a:r>
            <a:endParaRPr sz="1380" b="1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br>
              <a:rPr lang="tr" sz="1380" b="1"/>
            </a:br>
            <a:r>
              <a:rPr lang="tr" sz="1380" b="1"/>
              <a:t>Serdar KAFALI 23181616773</a:t>
            </a:r>
            <a:endParaRPr sz="1380" b="1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sz="1380" b="1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tr" sz="1380" b="1"/>
              <a:t>Mert Semih SARIYERLİ 23181616001</a:t>
            </a:r>
            <a:endParaRPr sz="1380" b="1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sz="1380" b="1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sz="8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Projenin Amacı</a:t>
            </a:r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 projenin amacı, futbol takımlarının oyuncu, antrenman ve sözleşme süreçlerini dijital ortamda yönetebilecekleri kullanıcı dostu bir masaüstü uygulaması geliştirmektir.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Detaylı Hedefler: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Futbolcuların kişisel ve fiziksel verilerini kayıt altında tutmak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Antrenman tarihleri, katılım durumu ve performans bilgilerini izlemek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Oyuncuların sözleşme süreleri ve maaşlarını yönetmek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Yöneticilerin güvenli şekilde giriş yapabilmesini sağlamak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Tüm bu süreçleri sade ve erişilebilir bir arayüzle sunmak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Proje Tanıtımı</a:t>
            </a:r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Takım yönetimini dijitalleştiren masaüstü uygulama</a:t>
            </a:r>
            <a:br>
              <a:rPr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Geliştirme dili: </a:t>
            </a:r>
            <a:r>
              <a:rPr lang="tr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C# (.NET Windows Forms)</a:t>
            </a:r>
            <a:br>
              <a:rPr lang="tr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Veritabanı: </a:t>
            </a:r>
            <a:r>
              <a:rPr lang="tr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Microsoft Access (.accdb)</a:t>
            </a:r>
            <a:br>
              <a:rPr lang="tr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Temel işlevler:</a:t>
            </a:r>
            <a:br>
              <a:rPr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Yöneticilerin giriş yapması</a:t>
            </a:r>
            <a:br>
              <a:rPr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Futbolcu bilgileri yönetimi</a:t>
            </a:r>
            <a:br>
              <a:rPr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Antrenman planlama ve katılım takibi</a:t>
            </a:r>
            <a:br>
              <a:rPr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Sözleşme süreleri ve maaş takibi</a:t>
            </a:r>
            <a:br>
              <a:rPr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Genel Mimari</a:t>
            </a: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4651500" y="717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Katmanlar: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Arayüz (Forms):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Kullanıcı ekranları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 Modeli (Models):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Sınıflarla temsil edilen yapılar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Veritabanı (Access):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Kalıcı veri saklama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Katılımcı dostu, genişletilebilir yapı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950" y="1826950"/>
            <a:ext cx="2967787" cy="18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2713" y="2927325"/>
            <a:ext cx="2363976" cy="154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Veritabanı Şeması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Tablolar:</a:t>
            </a:r>
            <a:br>
              <a:rPr lang="tr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Yöneticiler: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Kullanıcı adı, şifre, iletişim bilgileri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Futbolcular: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Kimlik, fiziksel ve kişisel bilgiler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Antrenmanlar: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Tarih, saat, tür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Futbolcu Antrenman: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Katılım ve performans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İlişkiler:</a:t>
            </a:r>
            <a:br>
              <a:rPr lang="tr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Futbolcu ↔️ Futbolcu Antrenman (bire-çok)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Antrenman ↔️ Futbolcu Antrenman (bire-çok)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B4A8DA6-6E5D-85B7-CEC4-7F7329D2A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51" y="1651697"/>
            <a:ext cx="3764674" cy="18401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Yönetici Sınıfı</a:t>
            </a: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public class Yonetici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{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    public string KullaniciAdi;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    public string Sifre;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    public string Ad, Soyad, Eposta, TelefonNo;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}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Kullanıcı doğrulaması için temel sınıf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Özellik: </a:t>
            </a:r>
            <a:r>
              <a:rPr lang="tr" sz="1100">
                <a:solidFill>
                  <a:srgbClr val="FF00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TamAd</a:t>
            </a:r>
            <a:r>
              <a:rPr lang="tr" sz="1100">
                <a:solidFill>
                  <a:srgbClr val="FF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Ad + Soyad birleşimi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900" y="1861000"/>
            <a:ext cx="2942309" cy="18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Futbolcu Sınıfı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public class Futbolcu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{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    public string Ad, Soyad, Pozisyon, Uyruk, Durumu;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    public int Boy, Kilo, FormaNo;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    public decimal Maas;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}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Otomatik hesaplanan özellikler: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Yas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(Doğum tarihi üzerinden)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KalanSozlesmeSuresi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(Bitis tarihi – bugün)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Resim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(Fotoğraf eklenebilir)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50" y="1963225"/>
            <a:ext cx="3543992" cy="18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Antrenman &amp; Katılım Takibi</a:t>
            </a:r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Antrenman Sınıfı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public DateTime Tarih, BaslangicSaati, BitisSaati;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public string Tur, Notlar;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FutbolcuAntrenman Sınıfı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public bool Katilim;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public int Performans;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public string KatilimText, PerformansText;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tr">
                <a:solidFill>
                  <a:srgbClr val="000000"/>
                </a:solidFill>
              </a:rPr>
              <a:t>Katılım ve performans ayrı ayrı izlenir</a:t>
            </a:r>
            <a:br>
              <a:rPr lang="tr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tr">
                <a:solidFill>
                  <a:srgbClr val="000000"/>
                </a:solidFill>
              </a:rPr>
              <a:t>Görsel olarak analiz yapılabilir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25" y="1891175"/>
            <a:ext cx="3658500" cy="2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Sözleşme Sınıfı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public class Sozlesme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{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    public DateTime BaslangicTarihi, BitisTarihi;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    public decimal Maas;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}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>
                <a:solidFill>
                  <a:srgbClr val="000000"/>
                </a:solidFill>
              </a:rPr>
              <a:t>Futbolcularla yapılan sözleşmeleri tutar</a:t>
            </a:r>
            <a:br>
              <a:rPr lang="tr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>
                <a:solidFill>
                  <a:srgbClr val="000000"/>
                </a:solidFill>
              </a:rPr>
              <a:t>Açıklama ve detaylara esneklik sağlar</a:t>
            </a:r>
            <a:br>
              <a:rPr lang="tr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>
                <a:solidFill>
                  <a:srgbClr val="000000"/>
                </a:solidFill>
              </a:rPr>
              <a:t>Maaş bilgisi aylık ya da yıllık girilebilir</a:t>
            </a:r>
            <a:br>
              <a:rPr lang="tr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12" y="1874625"/>
            <a:ext cx="3846525" cy="11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Gelecekti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Geliştirmeler</a:t>
            </a:r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>
                <a:solidFill>
                  <a:srgbClr val="000000"/>
                </a:solidFill>
              </a:rPr>
              <a:t>SQL Server veya SQLite’a geçiş</a:t>
            </a:r>
            <a:br>
              <a:rPr lang="tr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500">
                <a:solidFill>
                  <a:srgbClr val="000000"/>
                </a:solidFill>
              </a:rPr>
              <a:t>Kullanıcı rolleri ve yetkilendirme</a:t>
            </a:r>
            <a:br>
              <a:rPr lang="tr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500">
                <a:solidFill>
                  <a:srgbClr val="000000"/>
                </a:solidFill>
              </a:rPr>
              <a:t>Mobil uygulama ile entegrasyon</a:t>
            </a:r>
            <a:br>
              <a:rPr lang="tr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500">
                <a:solidFill>
                  <a:srgbClr val="000000"/>
                </a:solidFill>
              </a:rPr>
              <a:t>İstatistiksel grafik raporları</a:t>
            </a:r>
            <a:br>
              <a:rPr lang="tr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500">
                <a:solidFill>
                  <a:srgbClr val="000000"/>
                </a:solidFill>
              </a:rPr>
              <a:t>Çoklu takım/lig yönetimi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Kaynakça</a:t>
            </a:r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4494800" y="105800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993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tr" sz="993">
                <a:solidFill>
                  <a:srgbClr val="000000"/>
                </a:solidFill>
              </a:rPr>
              <a:t>Microsoft. (2023). Windows Forms Documentation. https://learn.microsoft.com/en-us/dotnet/desktop/winforms/</a:t>
            </a:r>
            <a:endParaRPr sz="993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tr" sz="993">
                <a:solidFill>
                  <a:srgbClr val="000000"/>
                </a:solidFill>
              </a:rPr>
              <a:t>Microsoft. (2023). C# Programming Guide. https://learn.microsoft.com/en-us/dotnet/csharp/</a:t>
            </a:r>
            <a:endParaRPr sz="993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tr" sz="993">
                <a:solidFill>
                  <a:srgbClr val="000000"/>
                </a:solidFill>
              </a:rPr>
              <a:t>Microsoft. (2023). .NET Framework Documentation. https://learn.microsoft.com/en-us/dotnet/framework/</a:t>
            </a:r>
            <a:endParaRPr sz="993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tr" sz="993">
                <a:solidFill>
                  <a:srgbClr val="000000"/>
                </a:solidFill>
              </a:rPr>
              <a:t>Troelsen, A., &amp; Japikse, P. (2022). Pro C# 10 with .NET 6: Foundational Principles and Practices in Programming. Apress.</a:t>
            </a:r>
            <a:endParaRPr sz="993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tr" sz="993">
                <a:solidFill>
                  <a:srgbClr val="000000"/>
                </a:solidFill>
              </a:rPr>
              <a:t>Freeman, A. (2022). Pro ASP.NET Core 6: Develop Cloud-Ready Web Applications Using MVC, Blazor, and Razor Pages. Apress.</a:t>
            </a:r>
            <a:endParaRPr sz="993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tr" sz="993">
                <a:solidFill>
                  <a:srgbClr val="000000"/>
                </a:solidFill>
              </a:rPr>
              <a:t>Microsoft. (2023). Visual Studio Documentation. https://learn.microsoft.com/en-us/visualstudio/</a:t>
            </a:r>
            <a:endParaRPr sz="993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tr" sz="993">
                <a:solidFill>
                  <a:srgbClr val="000000"/>
                </a:solidFill>
              </a:rPr>
              <a:t>Microsoft. (2023). Entity Framework Core Documentation. https://learn.microsoft.com/en-us/ef/core/</a:t>
            </a:r>
            <a:endParaRPr sz="993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tr" sz="993">
                <a:solidFill>
                  <a:srgbClr val="000000"/>
                </a:solidFill>
              </a:rPr>
              <a:t>Microsoft. (2023). Windows Forms Controls. https://learn.microsoft.com/en-us/dotnet/desktop/winforms/controls/</a:t>
            </a:r>
            <a:endParaRPr sz="993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tr" sz="993">
                <a:solidFill>
                  <a:srgbClr val="000000"/>
                </a:solidFill>
              </a:rPr>
              <a:t>Microsoft. (2023). .NET Security Documentation. https://learn.microsoft.com/en-us/dotnet/standard/security/</a:t>
            </a:r>
            <a:endParaRPr sz="993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tr" sz="993">
                <a:solidFill>
                  <a:srgbClr val="000000"/>
                </a:solidFill>
              </a:rPr>
              <a:t>Microsoft. (2023). Windows Forms Design Guidelines. https://learn.microsoft.com/en-us/dotnet/desktop/winforms/controls/design-guidelines/</a:t>
            </a:r>
            <a:endParaRPr sz="993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sz="42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42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</Words>
  <Application>Microsoft Office PowerPoint</Application>
  <PresentationFormat>Ekran Gösterisi (16:9)</PresentationFormat>
  <Paragraphs>98</Paragraphs>
  <Slides>11</Slides>
  <Notes>11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6" baseType="lpstr">
      <vt:lpstr>Merriweather</vt:lpstr>
      <vt:lpstr>Roboto Mono</vt:lpstr>
      <vt:lpstr>Arial</vt:lpstr>
      <vt:lpstr>Roboto</vt:lpstr>
      <vt:lpstr>Paradigm</vt:lpstr>
      <vt:lpstr>Futbol Takımı Yönetim Sistemi</vt:lpstr>
      <vt:lpstr>Projenin Amacı</vt:lpstr>
      <vt:lpstr>Proje Tanıtımı</vt:lpstr>
      <vt:lpstr>Genel Mimari</vt:lpstr>
      <vt:lpstr>Veritabanı Şeması</vt:lpstr>
      <vt:lpstr>Yönetici Sınıfı</vt:lpstr>
      <vt:lpstr>Futbolcu Sınıfı</vt:lpstr>
      <vt:lpstr>Antrenman &amp; Katılım Takibi</vt:lpstr>
      <vt:lpstr>Sözleşme Sınıfı</vt:lpstr>
      <vt:lpstr>Gelecekti  Geliştirmeler</vt:lpstr>
      <vt:lpstr>Kaynakça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Ramazan Kanat</cp:lastModifiedBy>
  <cp:revision>1</cp:revision>
  <dcterms:modified xsi:type="dcterms:W3CDTF">2025-05-19T12:16:38Z</dcterms:modified>
</cp:coreProperties>
</file>